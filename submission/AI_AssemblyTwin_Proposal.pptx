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AI AssemblyTwin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4FF"/>
                </a:solidFill>
              </a:rPr>
              <a:t>Real-Time AI-Powered Digital Twin for Vehicle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Accenture Innovation Challenge 2026  ·  Round 2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Team: Jayanth  ·  Abhinav  ·  Sagar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D4FF"/>
                </a:solidFill>
              </a:rPr>
              <a:t>github.com/jay-git00/DigitalTwin.ai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Indian auto-manufacturing loses ₹2,000+ Crore/year to preventable defects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₹3.5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Rework cost per defect
that slips past QC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4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Average downtime from
an undetected bottleneck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2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Time to trace root
cause — traditionally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331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Throughput loss from
poor maintenance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Traditional SCADA/PLC systems tell you what is happening NOW — not what will happen in the next 10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There is no predictive layer. No explainability. No ROI quantification. No ESG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Solution: AI AssemblyTwin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 live, full-stack Digital Twin — not a dashboard, not a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Anomalies, bottlenecks
and defects before
they happen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88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Every AI decision in
plain English — no
black-box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QUANTIFY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Exact ₹ ROI for every
stakeholder, from
shop floor to boardroom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517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488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3-plant enterprise
network from
day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Built with FastAPI · SimPy · Next.js 14 · PyTorch LSTM · Isolation Forest · Random Forest · Gaussian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Three layers: Simulation → AI Inference → Multi-stakeholder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400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SIMULATION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SimPy discrete-event simulation — 45 stations, 1 vehicle/station
Generates realistic cycle_time, torque, vibration, temperature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14300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64008" cy="1417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BACKEND (FastAPI)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 ML models run every 3 seconds on live telemetry
Broadcasts over WebSocket — sub-100ms latency
10 REST API endpoints for dashboards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114300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FRONTEND (Next.js)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 pages, real-time data binding, Framer Motion animations
Works for 3 stakeholders: Supervisor · Manager · Leadership + ESG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4 ML Models Running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Every prediction made in real-time — not pre-computed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517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Isolation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Anomaly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Unsupervised — no labelled data needed
Scores each station every 3 sec
Output: anomaly_score ∈ [-1, 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</a:rPr>
              <a:t>LSTM (PyTorch→NumPy)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Bottleneck 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86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2-layer LSTM on 30-min rolling window
Predicts bottleneck 45 min ahead
Output: prob per station ∈ [0,1]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Defect Predictor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200 trees + LAG FEATURES (key innovation)
Traces upstream root-cause origin
Output: defect_risk + feature importance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80160"/>
            <a:ext cx="26517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2801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Gaussian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Sensor Imputer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Fills missing legacy sensor readings
Provides explicit uncertainty (σ)
Output: imputed value + confidence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Killer Demo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Two moments that will win the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BEFORE / AFTER TOGGLE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Toggle "Digital Twin: OFF" → Red banner appears:
"12 vehicles passed QC with defects
₹48,00,000 in rework cost
4.2 hours unplanned downtime"
Toggle ON → banner disappears.
That ₹48L is still in your pocket.
ROI ticker flashes and jumps.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949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WHY? EXPLAINABILITY 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 anomalous station shows a "WHY?" button.
Clicking it shows:
• cycle_time_s: 42% contribution
• torque_lag1: 31% contribution
• vibration_g: 18% contribution
Plain English. Zero ML knowledge needed.
Addresses the "black box AI" objection
in 10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Predictive Maintenance &amp; Defect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Think weeks ahead. Trace origins in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MAINTENANCE CALENDAR (/maintenance)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 monthly calendar with colour-coded dates:
🔴 HIGH — tool failure &lt; 7 days
🟡 MED  — 10-20 days
🟢 LOW  — 20-30 days
Proactive repair cost:    ₹92,000
Emergency failure cost:  ₹7,64,000
Multiplier: 8.3× more expensive
to react than to act proactively.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DEFECT TRACE (/defect-trace)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Shows full causal propagation chain:
Station 7 (Origin)
    ↓  torque deviation — risk 22%
Station 18
    ↓  lag amplification — risk 41%
Station 44 (QC Gate)
         defect_risk 78%
Traditional: 2-day root cause analysis
Our system: 3 seconds
Powered by Random Forest lag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Enterprise Scale &amp; ESG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From single plant to national network — with auditable sustainability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MULTI-SITE OVERVIEW (/multisite)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 Plants — 1 AI Backbone:
🟢 Chennai   — LIVE        91.4% health
🟡 Pune      — MONITORING  87.3% health
🟢 Bangalore — OPTIMAL     95.1% health
New plant onboarding: 4-6 weeks
(vs 6+ months for SCADA deployment)
Transfer learning: 68%→91% accuracy
in 2 weeks using Pune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ESG / SUSTAINABILITY (/analytics → ESG)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Per prevented scrap vehicle:
• 333 kg CO₂ avoided
• 180 kg steel waste prevented
• 12 L paint solvent avoided
• 0.4 kWh energy saved
UN SDG Alignment:
✓ SDG 9  — Industry &amp; Innovation
✓ SDG 12 — Responsible Consumption
✓ SDG 13 — Climate Action
Aligned to Accenture Net Zero 2025.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Business Case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Payback in 2.5 months. ₹6.1 Crore net in 3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4747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47472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94A3B8"/>
                </a:solidFill>
              </a:rPr>
              <a:t>₹45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Deployment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4747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₹18 L/mo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Monthly Savings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34747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4747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2.5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Payback Period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39"/>
            <a:ext cx="34747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20439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65759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₹6.1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3-Year Net ROI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520439"/>
            <a:ext cx="34747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520439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65759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8.3×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Proactive vs Reactive Repair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520439"/>
            <a:ext cx="34747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520439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65759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3AED"/>
                </a:solidFill>
              </a:rPr>
              <a:t>4-6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New Plant Onboarding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Production-grade, fully open-source, enterprise-ready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075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307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SimPy 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0759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Python-native discrete-event simulation. 45 stations, realistic physics.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11430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Anomaly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9751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Isolation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7510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Unsupervised. No labelled data. Detects drift in cycle_time/torque/vibration.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9464"/>
            <a:ext cx="1143000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426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Bottleneck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4261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LSTM (NumPy)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4261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2-layer LSTM. 30-min window. Converted to NumPy for &lt;100MB RAM on cloud.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36976"/>
            <a:ext cx="11430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10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Defect Tracing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310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31012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200 trees + lag features. Root-cause tracing across 37 stations.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04487"/>
            <a:ext cx="1143000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Sensor Imputation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977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Gaussian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9776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Bayesian model. Explicit uncertainty bounds for legacy sensor-less stations.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11430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Real-time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645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FastAPI + 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64515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Async Python. Sub-100ms latency. 10 endpoints. Horizontally scalable.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39512"/>
            <a:ext cx="1143000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126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3126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Next.js 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31266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Server components, Framer Motion, Recharts, custom dark design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AI AssemblyTwin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4FF"/>
                </a:solidFill>
              </a:rPr>
              <a:t>From a 45-station line to a national enterprise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</a:rPr>
              <a:t>Predict. Explain. Quantify.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20574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73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2.5-month payback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3200400"/>
            <a:ext cx="20574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3273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₹6.1 Cr 3-year 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3200400"/>
            <a:ext cx="20574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273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4 ML models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3200400"/>
            <a:ext cx="20574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73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3-plant enterprise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3200400"/>
            <a:ext cx="20574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3273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Accenture Net Zero aligned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Team: Jayanth  ·  Abhinav  ·  Sagar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D4FF"/>
                </a:solidFill>
              </a:rPr>
              <a:t>github.com/jay-git00/DigitalTwin.ai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